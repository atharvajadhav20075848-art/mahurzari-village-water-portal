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ग्राम जल : माहूरझरी डिजिटल पाणी पोर्टल</a:t>
            </a:r>
          </a:p>
          <a:p>
            <a:pPr>
              <a:spcBef>
                <a:spcPts val="800"/>
              </a:spcBef>
              <a:defRPr sz="2000">
                <a:solidFill>
                  <a:srgbClr val="0EA5E9"/>
                </a:solidFill>
              </a:defRPr>
            </a:pPr>
            <a:r>
              <a:t>Smart Village Drinking Water Supply &amp; Real-Time Grievance Redressal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291840" cy="210312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👥 गावकरी व नागरिकांसाठी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घरबसल्या 1-Click तक्रार नोंदणी</a:t>
            </a:r>
            <a:br/>
            <a:r>
              <a:t>• पाण्याच्या वेळा व गुणवत्तेची माहिती</a:t>
            </a:r>
            <a:br/>
            <a:r>
              <a:t>• फोटो व थेट अचूक GPS लोकेशन</a:t>
            </a:r>
            <a:br/>
            <a:r>
              <a:t>• तक्रार निवारणाचा लाइव्ह स्टेटस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840480"/>
            <a:ext cx="3291840" cy="2103120"/>
          </a:xfrm>
          <a:prstGeom prst="roundRect">
            <a:avLst/>
          </a:prstGeom>
          <a:solidFill>
            <a:srgbClr val="1E3A8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 प्लंबर व तांत्रिक टीमसाठी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थेट मोबाइलवर कामाची माहिती</a:t>
            </a:r>
            <a:br/>
            <a:r>
              <a:t>• लिकेजचे अचूक नकाशावर स्थान</a:t>
            </a:r>
            <a:br/>
            <a:r>
              <a:t>• काम सुरू/पूर्ण करण्याची नोंद</a:t>
            </a:r>
            <a:br/>
            <a:r>
              <a:t>• रिपेअरिंगचा फोटो पुरावा अपलोड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E3A8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🏛️ सरपंच व ग्रामपंचायतसाठी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२४x७ डिजिटल नियंत्रण डॅशबोर्ड</a:t>
            </a:r>
            <a:br/>
            <a:r>
              <a:t>• आपत्कालीन सायरन व अलर्ट ब्रॉडकास्ट</a:t>
            </a:r>
            <a:br/>
            <a:r>
              <a:t>• पारदर्शक कामाची नोंद व आकडेवारी</a:t>
            </a:r>
            <a:br/>
            <a:r>
              <a:t>• कागदी कामाशिवाय जलद कारभार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गावातील सध्याच्या पाणी समस्या व डिजिटल ॲपची गरज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१. माहितीचा अभाव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सकाळी किंवा संध्याकाळी पाणी किती वाजता येणार किंवा मोटर बंद आहे का, हे ग्रामस्थांना वेळेवर समजत नाही. त्यामुळे पाण्यासाठी लोकांची धावपळ होते.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२. पाईप लिकेज व पाण्याची नासाडी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पाईप फुटल्यास हजारो लिटर पिण्याचे पाणी वाया जाते आणि दूषित पाणी नळात मिसळण्याची भीती असते.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85616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३. तक्रार पोहोचण्यास उशीर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ग्रामस्थांना तक्रार देण्यासाठी प्रत्यक्ष ग्रामपंचायत कार्यालयात जावे लागते. सुट्टीच्या दिवशी तक्रार नोंदवणे कठीण होते.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92624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४. लिकेजची जागा शोधण्यात वेळ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प्लंबर किंवा कामगारांना समस्या नक्की कोणत्या गल्लीत किंवा कोणाच्या घरासमोर आहे हे शोधण्यात कित्येक तास वाया जातात.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ग्राम जल पोर्टल : संपूर्ण डिजिटल व पारदर्शक उपाय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📱 कोणत्याही ॲप डाऊनलोडची गरज नाही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कमी मेमरीच्या साध्या स्मार्टफोनवरही थेट गुगल क्रोम किंवा ब्राऊझरमधून 1 सेकंदात उघडते. Play Store वर शोधण्याचे टेन्शन नाही.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13432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⚡ गुगल 1-क्लिक सुरक्षित लॉगिन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ग्रामस्थांना कोणताही अवघड पासवर्ड लक्षात ठेवण्याची गरज नाही. आपल्या जीमेलने फक्त 1-क्लिक करून लॉगिन होते.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00984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📍 स्वयंचलित अचूक GPS स्थान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तक्रार करताना गावातील नक्की कुठून तक्रार आली आहे ते मोबाईलच्या GPS ने आपोआप अचूक टिपले जाते.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88536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🔒 5 मिनिटांचे स्पॅम नियंत्रण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एका फोनवरून ५ मिनिटात एकच खरी तक्रार नोंदवता येते, ज्यामुळे खोट्या तक्रारींना आळा बसतो व सिस्टीमवर ताण येत नाही.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76088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🏆 5-तक्रार FIFO स्मार्ट सिस्टीम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</a:defRPr>
            </a:pPr>
            <a:r>
              <a:t>मुख्य पानावर फक्त ५ ताजी कामे दिसतात आणि जुनी सॉल्व्ह झालेली कामे सुरक्षित आर्काइव्हमध्ये जातात, ज्यामुळे ॲप कधीही हँग होत नाही.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१: सोपे व सुरक्षित गुगल लॉगिन (Google Sign-In)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log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सुलभ प्रवेश नियंत्रण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1-Click Google Sign-In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कोणताही युझरनेम पासवर्ड टाईप न करता थेट जीमेल खात्यावरून सुरक्षित लॉगिन.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Persistent Login (कायम सेव्ह)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एकदा लॉगिन केल्यानंतर पेज रीलोड केले किंवा मोबाईल बंद केला तरी लॉगिन कायम राहते.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आपोआप नाव व प्रोफाईल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ग्रामस्थांचे खरे नाव व माहिती गुगलवरून सुरक्षितपणे आपोआप घेतली जाते.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थेट डेमो पर्याय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सरपंच, प्लंबर व नागरिकांसाठी थेट ट्रायल मोड देखील उपलब्ध.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२: मुख्य माहिती डॅशबोर्ड (गावाचा पाणी पुरवठा स्टेटस)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पारदर्शक माहिती केंद्र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दैनिक पाणी पुरवठा स्थिती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आज पाणी येणार की नाही, सकाळ व संध्याकाळची वेळ थेट मुख्य पानावर दिसते.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पाण्याची गुणवत्ता (Purity Index)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पाण्याची शुद्धता व WHO मानकानुसार पिण्यायोग्य असल्याची खात्रीशीर माहिती.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जलद तक्रार बटण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ग्रामस्थांना समोरच मोठी लाल व पिवळी बटणे दिली आहेत जेणेकरून वृद्ध नागरिकही सहज वापरू शकतील.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थेट अपडेट्स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गावात कुठे पाईप दुरुस्ती सुरू आहे त्याची ताजी माहिती मुख्य पानावर सतत दिसत राहते.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३: १-क्लिक तक्रार नोंदणी (फोटो व अचूक GPS लोकेशन)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report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नागरिक तक्रार निवारण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घरबसल्या तक्रार नोंदणी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पाईप लिकेज, दूषित पाणी किंवा मोटर बिघाड निवडून एका क्लिकवर तक्रार करता येते.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थेट अचूक GPS स्थान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ग्रामस्थांना गल्लीचे नाव शोधण्याची गरज नाही; मोबाईल अचूक अक्षांश व रेखांश आपोआप नोंदवतो.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फोटो पुरावा अपलोड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पाईप कुठून फुटला आहे याचा थेट मोबाईल कॅमेऱ्याने फोटो काढून जोडता येतो.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स्पॅम प्रोटेक्शन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५ मिनिटात १ फोनवरून १ च तक्रार घेतली जाते, ज्यामुळे खोट्या नोंदी होत नाहीत.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४: गावाचा थेट डिजिटल नकाशा (Live Satellite GPS 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map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भौगोलिक ट्रॅकिंग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माहूरझरी गावाचा थेट नकाशा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गावातील प्रमुख विहिरी, पाण्याच्या टाक्या, नळ योजना व पाईपलाईन नकाशावर दिसतात.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समस्यांचे लाल व पिवळे पिन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कुठे लिकेज आहे ते नकाशावर लाल चिन्हाने दाखवले जाते.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प्लंबरसाठी अचूक दिशादर्शन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प्लंबर मोबाईलमध्ये नकाशा पाहून थेट घटनास्थळी ५ मिनिटात पोहोचू शकतात.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इंटरॅक्टिव्ह झूम व नेव्हिगेशन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गावातील कोणतीही गल्ली, रस्ता किंवा वॉर्ड झूम करून पाहण्याची सोय.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५: प्लंबर व कामगारांचे टास्क व्यवस्थापन (कामे व दुरुस्ती)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task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कार्यक्षमता व उत्तरदायित्व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कामाचे थेट वाटप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तक्रार आल्यावर ती थेट प्लंबर व जलमित्रांच्या कामाच्या यादीत जोडली जाते.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काम सुरू (In Progress)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प्लंबर काम सुरू केल्याची नोंद करू शकतात, ज्यामुळे नागरिकांना दिलासा मिळतो.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पूर्ण झाल्यावर फोटो पुरावा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काम झाल्यावर दुरुस्तीचा फोटो अपलोड करूनच काम 'Solved' केले जाते.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कामाचा पारदर्शक रेकॉर्ड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कोणी कोणते काम किती वेळेत पूर्ण केले याचा पक्का डिजिटल पुरावा तयार होतो.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स्क्रीन ६: सरपंच व ॲडमिन कार्यकारी नियंत्रण (Command Center)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admin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★ ग्रामपंचायत अधिकार केंद्र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आपत्कालीन सायरन व अलर्ट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गावात गढूळ पाणी किंवा मोटर बिघाड झाल्यास एका क्लिकवर संपूर्ण गावाला धोक्याचा इशारा.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पद वाटप (Role Assignment)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सरपंच साहेब कोणत्याही कर्मचाऱ्याच्या जीमेलला आधीच 'प्लंबर' किंवा 'ॲडमिन' पद देऊ शकतात.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कायमस्वरूपी सेव्ह (MongoDB)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एकदा रोल दिला की तो युझरने कधीही लॉगिन केले तरी आपोआप सक्रिय राहतो.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✔ 5-तक्रार FIFO सुरक्षा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सिस्टीम जलद व स्मुथ राहण्यासाठी मुख्य डेटा नियंत्रित ठेवला जातो.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जुनी पद्धत विरुद्ध डिजिटल माहूरझरी पोर्टल (तुलना)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मुद्दा / बाब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❌ जुनी पारंपरिक पद्धत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✔ डिजिटल ग्राम जल पोर्टल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</a:defRPr>
                      </a:pPr>
                      <a:r>
                        <a:t>तक्रार नोंदवणे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t>प्रत्यक्ष ग्रामपंचायतीत जाऊन किंवा फोनवर सांगावे लागे; अनेकदा विसरले जाई.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10783C"/>
                          </a:solidFill>
                        </a:defRPr>
                      </a:pPr>
                      <a:r>
                        <a:t>मोबाईलवरून २४ तास कधीही १ सेकंदात थेट फोटो व GPS लोकेशनसह नोंद.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</a:defRPr>
                      </a:pPr>
                      <a:r>
                        <a:t>लिकेजची जागा शोधणे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t>प्लंबरला गल्ली-बोळात विचारत फिरावे लागे, कित्येक तास वाया जात.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10783C"/>
                          </a:solidFill>
                        </a:defRPr>
                      </a:pPr>
                      <a:r>
                        <a:t>थेट गुगल नकाशावर अचूक लोकेशन पिन पाहून थेट जागेवर पोहोचता येते.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</a:defRPr>
                      </a:pPr>
                      <a:r>
                        <a:t>पाण्याचा अपव्यय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t>लिकेज दुरुस्त होण्यास १-२ दिवस लागत, लाखो लिटर पाणी वाया जात असे.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10783C"/>
                          </a:solidFill>
                        </a:defRPr>
                      </a:pPr>
                      <a:r>
                        <a:t>त्वरित अलर्टमुळे काही तासांत दुरुस्ती शक्य, पाण्याची १००% बचत.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</a:defRPr>
                      </a:pPr>
                      <a:r>
                        <a:t>कामाचा हिशोब व पुरावा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t>कागदावर काही नोंद राहत नसे; काम झाले की नाही यात वाद होत असत.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10783C"/>
                          </a:solidFill>
                        </a:defRPr>
                      </a:pPr>
                      <a:r>
                        <a:t>फोटो पुरावासह संपूर्ण डिजिटल नोंद; सरपंच व ग्रामस्थांना पारदर्शक माहिती.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माहूरझरी गाव - डिजिटल पाणी पुरवठा प्रणाली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गावात ॲपचे प्रकाशन व प्रत्यक्ष अंमलबजावणी योजना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टप्पा १: ग्रामसभेत प्रत्यक्ष प्रात्यक्षिक (Live Demo)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आजच्या सभेत सर्व ग्रामस्थांना व वॉर्ड सदस्यांना मोबाईलवर थेट तक्रार कशी करायची याचे लाईव्ह डेमो दाखवणे.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टप्पा २: गावातील व्हॉट्सॲप ग्रुप्सवर लिंक व QR कोड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माहूरझरीच्या सर्व अधिकृत व्हॉट्सॲप ग्रुप्सवर पोर्टलची लिंक व ग्रामपंचायत चावडीवर QR कोड बोर्ड लावणे.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85616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टप्पा ३: वॉर्डनिहाय २-३ 'जलमित्र' स्वयंसेवक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गावातील तंत्रस्नेही तरुणांची जलमित्र म्हणून निवड, जेणेकरून ते मोबाईल न वापरू शकणाऱ्या आजी-आजोबांची तक्रार नोंदवतील.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92624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टप्पा ४: प्लंबर व ऑपरेटर यांना विशेष प्रशिक्षण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प्लंबर व पंप चालकांना 'Tasks Tab' मधून काम स्वीकारणे व फोटो पुरावा अपलोड करण्याचे १५ मिनिटांचे सोपे प्रशिक्षण देणे.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स्वच्छ पाणी, समृद्ध गाव — डिजिटल माहूरझरी!</a:t>
            </a:r>
          </a:p>
          <a:p>
            <a:pPr algn="ctr">
              <a:spcBef>
                <a:spcPts val="1400"/>
              </a:spcBef>
              <a:defRPr sz="2000">
                <a:solidFill>
                  <a:srgbClr val="0EA5E9"/>
                </a:solidFill>
              </a:defRPr>
            </a:pPr>
            <a:r>
              <a:t>ग्राम जल पोर्टल सुरू करण्यासाठी माहूरझरी ग्रामपंचायत व सर्व ग्रामस्थांचे मनःपूर्वक आभार!</a:t>
            </a:r>
          </a:p>
          <a:p>
            <a:pPr algn="ctr">
              <a:spcBef>
                <a:spcPts val="2400"/>
              </a:spcBef>
              <a:defRPr sz="1800" b="1">
                <a:solidFill>
                  <a:srgbClr val="10B981"/>
                </a:solidFill>
              </a:defRPr>
            </a:pPr>
            <a:r>
              <a:t>🌐 थेट पोर्टल लिंक: https://mahurzari-village-water-portal.vercel.app</a:t>
            </a:r>
          </a:p>
          <a:p>
            <a:pPr algn="ctr"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आपले काही प्रश्न किंवा सूचना असल्यास आपण आता विचारू शकता. धन्यवाद!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Gram Jal - Mahurzari Village Water Portal | gramjal-mahurzari.vercel.app  •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